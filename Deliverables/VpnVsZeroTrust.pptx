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548640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503" y="734263"/>
            <a:ext cx="268834" cy="2688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234440"/>
            <a:ext cx="502920" cy="50292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247" y="1380287"/>
            <a:ext cx="211226" cy="2112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MODELS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874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 vs Zero Trust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548640" y="28803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very different philosophies for securing remote access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502920" cy="0"/>
          </a:xfrm>
          <a:prstGeom prst="line">
            <a:avLst/>
          </a:prstGeom>
          <a:noFill/>
          <a:ln w="38100">
            <a:solidFill>
              <a:srgbClr val="06A77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Bhuyan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87" y="603047"/>
            <a:ext cx="211226" cy="211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VPN?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Private Network creates an encrypted tunnel from a device into the corporate network. Once connected, the user is treated as "inside" and typically trusted broadly.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3408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traffic between device and network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2688" y="28895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well-understood, widely deployed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2688" y="343814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"Castle-and-moat": broad access once inside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892040" y="91440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castle-and-moat model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5166360" y="16002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207" y="1746047"/>
            <a:ext cx="211226" cy="2112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4920" y="21214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user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5715000" y="1847088"/>
            <a:ext cx="640080" cy="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623560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355080" y="1234440"/>
            <a:ext cx="1965960" cy="29718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118AB2"/>
            </a:solidFill>
            <a:prstDash val="dash"/>
          </a:ln>
        </p:spPr>
      </p:sp>
      <p:sp>
        <p:nvSpPr>
          <p:cNvPr id="20" name="Text 13"/>
          <p:cNvSpPr/>
          <p:nvPr/>
        </p:nvSpPr>
        <p:spPr>
          <a:xfrm>
            <a:off x="6400800" y="1298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network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6629400" y="16916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369" y="1764609"/>
            <a:ext cx="238110" cy="23811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52360" y="16916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329" y="1764609"/>
            <a:ext cx="238110" cy="23811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629400" y="2514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369" y="2587569"/>
            <a:ext cx="238110" cy="23811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452360" y="25146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329" y="2587569"/>
            <a:ext cx="238110" cy="23811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7040880" y="32918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3849" y="3364809"/>
            <a:ext cx="238110" cy="23811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400800" y="38862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resources once inside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87" y="603047"/>
            <a:ext cx="211226" cy="211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Zero Trust?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assumes no user or device is trusted by default — inside or outside the network. Every request is verified before access is granted, resource by resource.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34086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 for every request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2688" y="28895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limited to only what's needed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2688" y="343814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device &amp; context checked continuously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892040" y="91440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516636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verify-per-request model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5166360" y="160020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948" y="1732788"/>
            <a:ext cx="192024" cy="1920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4920" y="20848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 flipV="1">
            <a:off x="5623560" y="1623060"/>
            <a:ext cx="365760" cy="20574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 flipV="1">
            <a:off x="5989320" y="1417320"/>
            <a:ext cx="777240" cy="20574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870448" y="150418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110" y="1539850"/>
            <a:ext cx="166421" cy="166421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766560" y="1234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054" y="1303934"/>
            <a:ext cx="226771" cy="226771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50608" y="1261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5623560" y="1828800"/>
            <a:ext cx="365760" cy="25146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5989320" y="2080260"/>
            <a:ext cx="777240" cy="25146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5870448" y="196138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6110" y="1997050"/>
            <a:ext cx="166421" cy="166421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766560" y="21488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6054" y="2218334"/>
            <a:ext cx="226771" cy="226771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150608" y="21762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app</a:t>
            </a:r>
            <a:endParaRPr lang="en-US" sz="950" dirty="0"/>
          </a:p>
        </p:txBody>
      </p:sp>
      <p:sp>
        <p:nvSpPr>
          <p:cNvPr id="31" name="Shape 20"/>
          <p:cNvSpPr/>
          <p:nvPr/>
        </p:nvSpPr>
        <p:spPr>
          <a:xfrm>
            <a:off x="5623560" y="1828800"/>
            <a:ext cx="365760" cy="70866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5989320" y="2537460"/>
            <a:ext cx="777240" cy="708660"/>
          </a:xfrm>
          <a:prstGeom prst="line">
            <a:avLst/>
          </a:prstGeom>
          <a:noFill/>
          <a:ln w="25400">
            <a:solidFill>
              <a:srgbClr val="06A77D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5870448" y="241858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110" y="2454250"/>
            <a:ext cx="166421" cy="166421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6766560" y="30632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6054" y="3132734"/>
            <a:ext cx="226771" cy="226771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150608" y="30906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950" dirty="0"/>
          </a:p>
        </p:txBody>
      </p:sp>
      <p:sp>
        <p:nvSpPr>
          <p:cNvPr id="38" name="Text 25"/>
          <p:cNvSpPr/>
          <p:nvPr/>
        </p:nvSpPr>
        <p:spPr>
          <a:xfrm>
            <a:off x="502920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re-verified independently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FD5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FE8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once connected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every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network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Least-privilege, per-resource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if breached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Minimized, segmented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login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contextual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teams, simple setups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Distributed, cloud-first orgs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03320" cy="3520440"/>
          </a:xfrm>
          <a:prstGeom prst="roundRect">
            <a:avLst>
              <a:gd name="adj" fmla="val 2078"/>
            </a:avLst>
          </a:prstGeom>
          <a:solidFill>
            <a:srgbClr val="EAF5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5956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20756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deploy, low cost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15768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70432" y="26426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most IT teams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82696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70432" y="32095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can expose everything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49624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70432" y="37764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cloud &amp; remote-first work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4892040" y="1188720"/>
            <a:ext cx="3703320" cy="3520440"/>
          </a:xfrm>
          <a:prstGeom prst="roundRect">
            <a:avLst>
              <a:gd name="adj" fmla="val 2078"/>
            </a:avLst>
          </a:prstGeom>
          <a:solidFill>
            <a:srgbClr val="E9F7F1"/>
          </a:solidFill>
          <a:ln/>
        </p:spPr>
      </p:sp>
      <p:sp>
        <p:nvSpPr>
          <p:cNvPr id="16" name="Shape 9"/>
          <p:cNvSpPr/>
          <p:nvPr/>
        </p:nvSpPr>
        <p:spPr>
          <a:xfrm>
            <a:off x="5166360" y="1463040"/>
            <a:ext cx="457200" cy="45720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948" y="1595628"/>
            <a:ext cx="192024" cy="19202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60720" y="1481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</a:t>
            </a:r>
            <a:endParaRPr lang="en-US" sz="20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148840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513832" y="20756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damage from any single breach</a:t>
            </a:r>
            <a:endParaRPr lang="en-US" sz="12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2715768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513832" y="264261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cloud, hybrid &amp; remote work well</a:t>
            </a:r>
            <a:endParaRPr lang="en-US" sz="12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282696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513832" y="32095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design and roll out</a:t>
            </a:r>
            <a:endParaRPr lang="en-US" sz="12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3849624"/>
            <a:ext cx="219456" cy="219456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513832" y="377647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ongoing identity infrastructure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46" y="662026"/>
            <a:ext cx="230429" cy="230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Should You Choose?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3990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VPN: quick, familiar way to secure a small, simple network.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20848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Trust: stronger fit for cloud, hybrid &amp; distributed teams.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27706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run both — VPN for legacy, Zero Trust for the rest.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34564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term, most security roadmaps are shifting toward Zero Trust.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526280"/>
            <a:ext cx="502920" cy="0"/>
          </a:xfrm>
          <a:prstGeom prst="line">
            <a:avLst/>
          </a:prstGeom>
          <a:noFill/>
          <a:ln w="38100">
            <a:solidFill>
              <a:srgbClr val="06A77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590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Priyanshu Bhuyan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VPN vs Zero Trust</dc:title>
  <dc:subject>PptxGenJS Presentation</dc:subject>
  <dc:creator>Priyanshu Bhuyan</dc:creator>
  <cp:lastModifiedBy>Priyanshu Bhuyan</cp:lastModifiedBy>
  <cp:revision>1</cp:revision>
  <dcterms:created xsi:type="dcterms:W3CDTF">2026-07-04T18:42:53Z</dcterms:created>
  <dcterms:modified xsi:type="dcterms:W3CDTF">2026-07-04T18:42:53Z</dcterms:modified>
</cp:coreProperties>
</file>