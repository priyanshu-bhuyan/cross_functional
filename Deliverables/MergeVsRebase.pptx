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6540" y="1440180"/>
            <a:ext cx="137160" cy="137160"/>
          </a:xfrm>
          <a:prstGeom prst="ellipse">
            <a:avLst/>
          </a:prstGeom>
          <a:solidFill>
            <a:srgbClr val="C7CC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3740" y="1440180"/>
            <a:ext cx="137160" cy="137160"/>
          </a:xfrm>
          <a:prstGeom prst="ellipse">
            <a:avLst/>
          </a:prstGeom>
          <a:solidFill>
            <a:srgbClr val="C7CC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675120" y="1508760"/>
            <a:ext cx="457200" cy="0"/>
          </a:xfrm>
          <a:prstGeom prst="line">
            <a:avLst/>
          </a:prstGeom>
          <a:noFill/>
          <a:ln w="28575">
            <a:solidFill>
              <a:srgbClr val="C7CC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132320" y="1051560"/>
            <a:ext cx="457200" cy="457200"/>
          </a:xfrm>
          <a:prstGeom prst="line">
            <a:avLst/>
          </a:prstGeom>
          <a:noFill/>
          <a:ln w="28575">
            <a:solidFill>
              <a:srgbClr val="E87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20940" y="982980"/>
            <a:ext cx="137160" cy="137160"/>
          </a:xfrm>
          <a:prstGeom prst="ellipse">
            <a:avLst/>
          </a:prstGeom>
          <a:solidFill>
            <a:srgbClr val="E87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508760"/>
            <a:ext cx="457200" cy="45720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0940" y="189738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WORKFLOWS EXPLAINED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 Rebase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combine branches — and how each one shapes your project history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0"/>
          </a:xfrm>
          <a:prstGeom prst="line">
            <a:avLst/>
          </a:prstGeom>
          <a:noFill/>
          <a:ln w="38100">
            <a:solidFill>
              <a:srgbClr val="E87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Bhuyan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8978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Merge?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takes the changes from one branch and combines them into another, creating a new “merge commit” that ties both histories together.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24942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exact, true history of both branches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9864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81635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— never rewrites existing commits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65576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3832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safe for shared/public branches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4892040" y="91440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516636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 flipV="1">
            <a:off x="5257800" y="3200400"/>
            <a:ext cx="731520" cy="0"/>
          </a:xfrm>
          <a:prstGeom prst="line">
            <a:avLst/>
          </a:prstGeom>
          <a:noFill/>
          <a:ln w="28575">
            <a:solidFill>
              <a:srgbClr val="1B1F2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 flipV="1">
            <a:off x="5989320" y="3200400"/>
            <a:ext cx="1234440" cy="0"/>
          </a:xfrm>
          <a:prstGeom prst="line">
            <a:avLst/>
          </a:prstGeom>
          <a:noFill/>
          <a:ln w="28575">
            <a:solidFill>
              <a:srgbClr val="1B1F2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 flipV="1">
            <a:off x="7223760" y="3200400"/>
            <a:ext cx="914400" cy="0"/>
          </a:xfrm>
          <a:prstGeom prst="line">
            <a:avLst/>
          </a:prstGeom>
          <a:noFill/>
          <a:ln w="28575">
            <a:solidFill>
              <a:srgbClr val="1B1F2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 flipV="1">
            <a:off x="5989320" y="1965960"/>
            <a:ext cx="502920" cy="123444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 flipV="1">
            <a:off x="6492240" y="1965960"/>
            <a:ext cx="411480" cy="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03720" y="1965960"/>
            <a:ext cx="320040" cy="123444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189220" y="3131820"/>
            <a:ext cx="137160" cy="137160"/>
          </a:xfrm>
          <a:prstGeom prst="ellipse">
            <a:avLst/>
          </a:prstGeom>
          <a:solidFill>
            <a:srgbClr val="1B1F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20740" y="3131820"/>
            <a:ext cx="137160" cy="137160"/>
          </a:xfrm>
          <a:prstGeom prst="ellipse">
            <a:avLst/>
          </a:prstGeom>
          <a:solidFill>
            <a:srgbClr val="1B1F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3660" y="189738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835140" y="189738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41464" y="3118104"/>
            <a:ext cx="164592" cy="164592"/>
          </a:xfrm>
          <a:prstGeom prst="ellipse">
            <a:avLst/>
          </a:prstGeom>
          <a:solidFill>
            <a:srgbClr val="E87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69580" y="3131820"/>
            <a:ext cx="137160" cy="137160"/>
          </a:xfrm>
          <a:prstGeom prst="ellipse">
            <a:avLst/>
          </a:prstGeom>
          <a:solidFill>
            <a:srgbClr val="1B1F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166360" y="3310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263640" y="1581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76656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8978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Rebase?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takes your branch's commits and replays them one by one on top of another branch, producing a clean, linear history.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2037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clean, linear project history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292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77063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merge commits cluttering the log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19856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3375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commit history — avoid on shared branches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4892040" y="91440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516636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166360" y="1581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 flipV="1">
            <a:off x="5257800" y="1874520"/>
            <a:ext cx="548640" cy="0"/>
          </a:xfrm>
          <a:prstGeom prst="line">
            <a:avLst/>
          </a:prstGeom>
          <a:noFill/>
          <a:ln w="28575">
            <a:solidFill>
              <a:srgbClr val="AEB4C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 flipV="1">
            <a:off x="5806440" y="1371600"/>
            <a:ext cx="365760" cy="50292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 flipV="1">
            <a:off x="6172200" y="1371600"/>
            <a:ext cx="365760" cy="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89220" y="1805940"/>
            <a:ext cx="137160" cy="137160"/>
          </a:xfrm>
          <a:prstGeom prst="ellipse">
            <a:avLst/>
          </a:prstGeom>
          <a:solidFill>
            <a:srgbClr val="AEB4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37860" y="1805940"/>
            <a:ext cx="137160" cy="137160"/>
          </a:xfrm>
          <a:prstGeom prst="ellipse">
            <a:avLst/>
          </a:prstGeom>
          <a:solidFill>
            <a:srgbClr val="AEB4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03620" y="130302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69380" y="130302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1663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commits ↓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 flipV="1">
            <a:off x="5257800" y="3246120"/>
            <a:ext cx="548640" cy="0"/>
          </a:xfrm>
          <a:prstGeom prst="line">
            <a:avLst/>
          </a:prstGeom>
          <a:noFill/>
          <a:ln w="28575">
            <a:solidFill>
              <a:srgbClr val="1B1F2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flipV="1">
            <a:off x="5806440" y="3246120"/>
            <a:ext cx="548640" cy="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 flipV="1">
            <a:off x="6355080" y="3246120"/>
            <a:ext cx="548640" cy="0"/>
          </a:xfrm>
          <a:prstGeom prst="line">
            <a:avLst/>
          </a:prstGeom>
          <a:noFill/>
          <a:ln w="28575">
            <a:solidFill>
              <a:srgbClr val="4361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189220" y="3177540"/>
            <a:ext cx="137160" cy="137160"/>
          </a:xfrm>
          <a:prstGeom prst="ellipse">
            <a:avLst/>
          </a:prstGeom>
          <a:solidFill>
            <a:srgbClr val="1B1F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737860" y="3177540"/>
            <a:ext cx="137160" cy="137160"/>
          </a:xfrm>
          <a:prstGeom prst="ellipse">
            <a:avLst/>
          </a:prstGeom>
          <a:solidFill>
            <a:srgbClr val="1B1F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86500" y="317754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835140" y="3177540"/>
            <a:ext cx="137160" cy="137160"/>
          </a:xfrm>
          <a:prstGeom prst="ellipse">
            <a:avLst/>
          </a:prstGeom>
          <a:solidFill>
            <a:srgbClr val="4361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166360" y="3355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linear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 Rebase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FF4E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merge commit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27157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full, original history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28269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on shared branches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84962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 look busy over time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892040" y="123444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EEF1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212080" y="2148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commits, no merge commit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12080" y="27157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linear, clean history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212080" y="328269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on shared branches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12080" y="384962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read commit log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You Use Each?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FF4E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7007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399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Merge when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17647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shared or public branches, where preserving true history matters (e.g. main, release branches).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EEF1FE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017520"/>
            <a:ext cx="594360" cy="594360"/>
          </a:xfrm>
          <a:prstGeom prst="ellipse">
            <a:avLst/>
          </a:prstGeom>
          <a:solidFill>
            <a:srgbClr val="4361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1638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Rebase when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22783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 your own local feature branch before opening a pull request, for a tidy, linear log.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9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42062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rebase commits that have already been pushed and shared with others.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7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E870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3990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preserves history and is safe for shared branches.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20848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rewrites history to create a clean, linear timeline.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E8703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27706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others have already pulled.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34564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teams: rebase locally, merge into shared branches.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526280"/>
            <a:ext cx="502920" cy="0"/>
          </a:xfrm>
          <a:prstGeom prst="line">
            <a:avLst/>
          </a:prstGeom>
          <a:noFill/>
          <a:ln w="38100">
            <a:solidFill>
              <a:srgbClr val="E870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590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Bhuyan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vs Rebase</dc:title>
  <dc:subject>PptxGenJS Presentation</dc:subject>
  <dc:creator>Priyanshu Bhuyan</dc:creator>
  <cp:lastModifiedBy>Priyanshu Bhuyan</cp:lastModifiedBy>
  <cp:revision>1</cp:revision>
  <dcterms:created xsi:type="dcterms:W3CDTF">2026-07-04T18:41:14Z</dcterms:created>
  <dcterms:modified xsi:type="dcterms:W3CDTF">2026-07-04T18:41:14Z</dcterms:modified>
</cp:coreProperties>
</file>